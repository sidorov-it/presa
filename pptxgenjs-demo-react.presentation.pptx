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solidFill>
            <a:srgbClr val="D3E3F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8899"/>
                </a:solidFill>
              </a:rPr>
              <a:t>React Demo!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A1A1A1"/>
                </a:solidFill>
              </a:rPr>
              <a:t>PpptxGenJS version: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2024-11-30T10:52:27Z</dcterms:created>
  <dcterms:modified xsi:type="dcterms:W3CDTF">2024-11-30T10:52:27Z</dcterms:modified>
</cp:coreProperties>
</file>